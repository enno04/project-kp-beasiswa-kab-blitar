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" cy="4114800"/>
          </a:xfrm>
          <a:prstGeom prst="rect">
            <a:avLst/>
          </a:prstGeom>
          <a:solidFill>
            <a:srgbClr val="FFD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D800"/>
                </a:solidFill>
                <a:latin typeface="Arial"/>
              </a:defRPr>
            </a:pPr>
            <a:r>
              <a:t>BEASISWA BLITAR MENGABDI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Sistem Informasi Manajemen Beasiswa Terpadu V2.2.0</a:t>
            </a:r>
          </a:p>
          <a:p>
            <a:pPr>
              <a:spcBef>
                <a:spcPts val="15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Presentasi Overview Fitur, Arsitektur Keamanan, Sistem Pendukung Keputusan (SPK), dan Workflow Berjenjang</a:t>
            </a:r>
          </a:p>
          <a:p>
            <a:pPr>
              <a:spcBef>
                <a:spcPts val="30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Pemerintah Kabupaten Blitar — Dinas Kepemudaan dan Olahraga (Dispora)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Latar Belakang &amp; Pilar Utama Digitalisasi Beasiswa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Peralihan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Digitalisasi penuh dari pendaftaran fisik/kertas ke portal web terpadu.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Mengurangi risiko penumpukan berkas dan mempercepat proses verifikasi.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Memudahkan pemantauan progres pendaftaran secara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Objektivitas SPK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Perhitungan skor otomatis berbasis Weighted Sum Model (WSM).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Menghilangkan preferensi subjektif dalam menentukan urutan peringkat.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Aturan tie-breaker transparan berdasarkan waktu pendaftaran awal.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Akses Pendaftaran Publik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Pendaftaran mandiri tanpa perlu membuat akun pengguna (Guest 5-step).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Pemeriksaan status kelulusan cukup menggunakan NIK 16 digit &amp; Tahun.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Unduh langsung Tanda Bukti Pendaftaran PDF berstempel resmi.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Tiga Program Beasiswa Utama Kabupaten Blitar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Satu Desa Satu Sarjana (SDSS)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Program beasiswa penuh perwakilan desa/kelurahan di Kab. Blitar.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Alur verifikasi khusus: Faktual Desa (pilih 1 calon) &amp; peninjauan Kecamatan.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Aturan ketat: 1 NIK hanya berlaku 1 kali seumur hidup.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Berdaya Berjaya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Program beasiswa prestasi untuk mahasiswa Baru &amp; Lama.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Dilengkapi dengan tahapan Tes Wawancara oleh tim penilai.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Nilai wawancara terintegrasi langsung ke dalam bobot kriteria SPK.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Bantuan Biaya Pendidikan (BBP)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Bantuan biaya pendidikan mahasiswa kurang mampu / berprestasi.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Jalur Khusus: Jalur Prestasi &amp; Jalur Kurang Mampu (KIP/PKH).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Seleksi cepat berbasis pembobotan kriteria ekonomi &amp; akademik.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Formulir Pendaftaran Online Mandiri (5-Step Wizard)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Alur Pengisian Formulir 5-Step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1 — Identitas: NIK 16 digit, Nama, Alamat, No. WA, Kampus &amp; Prodi.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2 — Orang Tua/Wali: Data Ayah &amp; Ibu, NIK Orang Tua, Pekerjaan, Penghasilan.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3 — Ekonomi: Penghasilan Gabungan, Rumah/Lahan, KIP/PKH.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4 — Akademik: Nilai IPK / Rapor, Prestasi Juara, Keaktifan Organisasi.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Step 5 — Dokumen: Upload KTP, KK, Surat Permohonan, Pernyataan, SPTJM.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Fitur Review &amp; Cek Status NIK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Review Pendaftaran: Memeriksa ringkasan seluruh data sebelum disubmit.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Persetujuan Privasi: Menyetujui keabsahan data &amp; kebijakan privasi.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Penguncian Permanen: Data &amp; berkas yang disubmit terkunci permanen.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Cek Status NIK: Memantau kelulusan via 16 digit NIK &amp; Tahun.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Cetak Bukti PDF: Mengunduh Tanda Bukti Pendaftaran PDF berstempel.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Arsitektur Keamanan &amp; Proteksi Sistem V2.2.0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URL Login Terselubung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Route login diubah menjadi '/mengabdi' (tanpa tombol di publik).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Admin wajib mengetik URL secara manual pada address bar.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Mencegah pencarian otomatis (enumeration) halaman admin oleh bot.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Penguncian NIK Permanen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Setiap pendaftaran terkunci berdasarkan NIK 16 digit resmi.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Mencegah pendaftaran ganda pada periode pendaftaran aktif.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Merekan histori penerima tahun lalu untuk mencegah penerimaan ganda.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Throttle &amp; Audit Log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Pembatasan percobaan login (max 5x/menit) untuk cegah brute force.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Audit Log mencatat IP Address, User, Timestamp, &amp; rincian aksi.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Penutupan akses mutasi data publik setelah tombol Submit diklik.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Struktur Hak Akses Administrator Berjenjang (5 Roles)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1. Super Admin (/super-admin)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Akses penuh master data, pengguna, referensi wilayah, &amp; perbankan.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Konfigurasi Periode, Program, Jalur, Persyaratan, Kriteria &amp; Bobot SPK.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Mengelola Dokumen Publik (Ebook/Juknis) &amp; memantau Audit Log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2. Admin Kabupaten (/kabupaten)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Verifikasi administrasi akhir &amp; menginput skor Tes Wawancara.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Menjalankan pemeringkatan SPK &amp; menetapkan SK Bupati Terbit.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Menerbitkan Output Administrasi &amp; pencatatan data penyaluran pembayaran.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3. Admin OPD (/opd)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Verifikasi keabsahan dokumen sesuai bidang instansi kewenangan.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Status: Valid, Tidak Valid, atau Tidak Wajib + Catatan Alasan.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84048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4. Admin Kecamatan (/kecamatan)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Meninjau rekomendasi pendaftar SDSS tingkat desa.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Validasi peninjauan Kecamatan &amp; meneruskan ke Kabupaten.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5. Admin Desa (/desa)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3484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Verifikasi faktual domisili pendaftar SDSS.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Melihat skor SPK desa, memilih 1 calon &amp; upload Surat Rekomendasi.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Sistem Pendukung Keputusan (SPK) &amp; Aturan Tie-Breaker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Weighted Sum Model (WSM)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Penilaian otomatis berbasis pembobotan kriteria terkonfigurasi.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Formula: Total Skor = Sum (Skor Pilihan / Skor Maks * Bobot Kriteria).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Kriteria mencakup: Ekonomi, IPK, Prestasi, Organisasi, Wawancara.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Skor terhitung secara real-time dan dapat dire-kalkulasi sewaktu-waktu.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Menghasilkan urutan pemeringkatan objektif dari nilai tertinggi.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Aturan Penentu Nilai Sama (Tie-Breaker)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Kondisi: Apabila terdapat 2 atau lebih pemohon dengan Total Skor SPK persis.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Solusi Otomatis: Sistem memeriksa timestamp waktu submit pendaftaran.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Prioritas: Pemohon yang mendaftar LEBIH AWAL diposisikan lebih tinggi.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Transparansi: Tidak memerlukan keputusan manual subjektif dari panitia.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Auditable: Seluruh log waktu tercatat presisi hingga detik.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Alur Kerja Terpadu (End-to-End Workflow)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B5C92"/>
                </a:solidFill>
                <a:latin typeface="Arial"/>
              </a:defRPr>
            </a:pPr>
            <a:r>
              <a:t>1. Pengajuan Publik: Pemohon mengisi formulir 5-step &amp; melakukan review submit mandiri.</a:t>
            </a:r>
          </a:p>
          <a:p>
            <a:pPr>
              <a:spcAft>
                <a:spcPts val="800"/>
              </a:spcAft>
              <a:defRPr sz="1200" b="1">
                <a:solidFill>
                  <a:srgbClr val="2B5C92"/>
                </a:solidFill>
                <a:latin typeface="Arial"/>
              </a:defRPr>
            </a:pPr>
            <a:r>
              <a:t>2. Verifikasi OPD: Admin OPD memeriksa fisik dokumen persyaratan &amp; memberi status keabsahan.</a:t>
            </a:r>
          </a:p>
          <a:p>
            <a:pPr>
              <a:spcAft>
                <a:spcPts val="800"/>
              </a:spcAft>
              <a:defRPr sz="1200" b="1">
                <a:solidFill>
                  <a:srgbClr val="2B5C92"/>
                </a:solidFill>
                <a:latin typeface="Arial"/>
              </a:defRPr>
            </a:pPr>
            <a:r>
              <a:t>3. Faktual Desa &amp; Kec (SDSS): Desa memilih 1 calon terbaik, mengunggah rekomendasi, &amp; Kecamatan menyetujui.</a:t>
            </a:r>
          </a:p>
          <a:p>
            <a:pPr>
              <a:spcAft>
                <a:spcPts val="800"/>
              </a:spcAft>
              <a:defRPr sz="1200" b="1">
                <a:solidFill>
                  <a:srgbClr val="2B5C92"/>
                </a:solidFill>
                <a:latin typeface="Arial"/>
              </a:defRPr>
            </a:pPr>
            <a:r>
              <a:t>4. Tes Wawancara (Berdaya): Admin Kabupaten menginput skor tes wawancara pemohon ke dalam sistem.</a:t>
            </a:r>
          </a:p>
          <a:p>
            <a:pPr>
              <a:spcAft>
                <a:spcPts val="800"/>
              </a:spcAft>
              <a:defRPr sz="1200" b="1">
                <a:solidFill>
                  <a:srgbClr val="2B5C92"/>
                </a:solidFill>
                <a:latin typeface="Arial"/>
              </a:defRPr>
            </a:pPr>
            <a:r>
              <a:t>5. Pemeringkatan SPK: Mesin SPK menghitung skor terbobot Weighted Sum &amp; menerapkan tie-breaker.</a:t>
            </a:r>
          </a:p>
          <a:p>
            <a:pPr>
              <a:spcAft>
                <a:spcPts val="800"/>
              </a:spcAft>
              <a:defRPr sz="1200" b="1">
                <a:solidFill>
                  <a:srgbClr val="2B5C92"/>
                </a:solidFill>
                <a:latin typeface="Arial"/>
              </a:defRPr>
            </a:pPr>
            <a:r>
              <a:t>6. Penetapan SK Terbit: Admin Kabupaten menetapkan kelulusan 'Lulus — SK Terbit' &amp; data terkunci final.</a:t>
            </a:r>
          </a:p>
          <a:p>
            <a:pPr>
              <a:spcAft>
                <a:spcPts val="800"/>
              </a:spcAft>
              <a:defRPr sz="1200" b="1">
                <a:solidFill>
                  <a:srgbClr val="2B5C92"/>
                </a:solidFill>
                <a:latin typeface="Arial"/>
              </a:defRPr>
            </a:pPr>
            <a:r>
              <a:t>7. Output &amp; Pembayaran: Penerbitan Draft SK Bupati, Rekapitulasi Output, &amp; pencatatan penyaluran dana.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Dokumen Publik &amp; Modul Output Administrasi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Dokumen Publik (Front-End)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Ebook Panduan Pendaftaran 2026 (.pdf) untuk petunjuk teknis pemohon.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SK Juknis Beasiswa Blitar Mengabdi (.pdf) dari Kepala Dinas Dispora.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Template Surat Permohonan resmi (.docx) untuk 3 program beasiswa.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Template Surat Pernyataan &amp; SPTJM Kebenaran Data (.docx) bermaterai.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Seluruh dokumen dapat diunduh bebas oleh publik di halaman Informasi.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Output Administrasi (Back-End)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Draft SK Bupati: Generasi naskah Keputusan Bupati Blitar daftar penerima.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Rekapitulasi Penerima: Laporan rekap per kecamatan, desa, &amp; perguruan tinggi.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Pencatatan Pembayaran: Data nominal, tanggal pencairan, &amp; status transfer.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Ekspor Data Excel/PDF: Laporan siap cetak untuk kebutuhan auditisasi.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B5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800"/>
                </a:solidFill>
                <a:latin typeface="Arial"/>
              </a:defRPr>
            </a:pPr>
            <a:r>
              <a:t>BEASISWA BLITAR MENGABDI V2.2.0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Kualitas Kode &amp; Hasil Pengujian Sistem (Automated Tests)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Dinas Kepemudaan dan Olahraga (Dispora) Kabupaten Blitar  |  Dokumen Presentasi Resmi V2.2.0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Hasil Automated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Total Test Suite: 27 Tests Passed (81 Assertions - 100% Success).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Pengujian Auth: Login, Logout, Ganti Password, &amp; Proteksi Unauthorized.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Pengujian NIK Locking: Mencegah NIK terdaftar 2x &amp; memvalidasi histori.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Pengujian Dokumen Publik: Upload, Manajemen Super Admin, &amp; Unduh Publik.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Pengujian End-to-End: Pengujian siklus penuh beasiswa dari submit ke 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5C92"/>
                </a:solidFill>
                <a:latin typeface="Arial"/>
              </a:defRPr>
            </a:pPr>
            <a:r>
              <a:t>Arsitektur Clean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Framework: Laravel 12 dengan Thin Controller + Service Layer pattern.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Frontend: Tailwind CSS v4 + Alpine.js + Lucide Icons (Full Responsive).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Seeder Teruji: DokumenPublikSeeder membaca file fisik asli .docx.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Arial"/>
              </a:defRPr>
            </a:pPr>
            <a:r>
              <a:t>•  Database Rules: Foreign Key constraints &amp; Indexing ter-optimasi.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D800"/>
                </a:solidFill>
                <a:latin typeface="Arial"/>
              </a:defRPr>
            </a:pPr>
            <a:r>
              <a:t>TERIMA KASIH</a:t>
            </a:r>
          </a:p>
          <a:p>
            <a:pPr>
              <a:spcBef>
                <a:spcPts val="10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Sistem Informasi Manajemen Beasiswa Terpadu (Beasiswa Blitar Mengabdi) V2.2.0 Siap Digunakan &amp; Dideploy</a:t>
            </a:r>
          </a:p>
          <a:p>
            <a:pPr>
              <a:spcBef>
                <a:spcPts val="2500"/>
              </a:spcBef>
              <a:defRPr sz="1200" b="1">
                <a:solidFill>
                  <a:srgbClr val="FFD800"/>
                </a:solidFill>
                <a:latin typeface="Arial"/>
              </a:defRPr>
            </a:pPr>
            <a:r>
              <a:t>PUSAT LAYANAN INFORMASI &amp; BANTUAN TEKNIS OFFICIAL: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 Instansi Pengelola: Dinas Kepemudaan dan Olahraga (Dispora) Kabupaten Blitar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 Penanggung Jawab Layanan: Bapak Akhyat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 Contact Person WhatsApp: 0813-3400-1600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 Alamat Kantor: Jl. Raya Sawahan Pojok, Kec. Garum, Kabupaten Blitar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  <a:latin typeface="Arial"/>
              </a:defRPr>
            </a:pPr>
            <a:r>
              <a:t>•  Jam Pelayanan Resmi: Senin — Jumat, 08:00 — 16:00 WIB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